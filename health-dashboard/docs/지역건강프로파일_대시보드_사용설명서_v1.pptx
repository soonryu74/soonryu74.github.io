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6.xml"/><Relationship Id="rId9" Type="http://schemas.openxmlformats.org/officeDocument/2006/relationships/slide" Target="slide65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6.xml"/><Relationship Id="rId9" Type="http://schemas.openxmlformats.org/officeDocument/2006/relationships/slide" Target="slide65.xml"/><Relationship Id="rId10" Type="http://schemas.openxmlformats.org/officeDocument/2006/relationships/slide" Target="slide65.xml"/><Relationship Id="rId11" Type="http://schemas.openxmlformats.org/officeDocument/2006/relationships/slide" Target="slide65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5.xml"/><Relationship Id="rId9" Type="http://schemas.openxmlformats.org/officeDocument/2006/relationships/slide" Target="slide65.xml"/><Relationship Id="rId10" Type="http://schemas.openxmlformats.org/officeDocument/2006/relationships/slide" Target="slide65.xml"/><Relationship Id="rId11" Type="http://schemas.openxmlformats.org/officeDocument/2006/relationships/slide" Target="slide65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5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6.xml"/><Relationship Id="rId1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3" Type="http://schemas.openxmlformats.org/officeDocument/2006/relationships/slide" Target="slide65.xml"/><Relationship Id="rId1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65.xm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27-1.png"/><Relationship Id="rId3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image" Target="../media/image-3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6.xml"/><Relationship Id="rId3" Type="http://schemas.openxmlformats.org/officeDocument/2006/relationships/image" Target="../media/image-5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06291" y="1252728"/>
            <a:ext cx="4172699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3723" y="1280160"/>
            <a:ext cx="41178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2008~2025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2024년(원천 표가 다름)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4장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465119" y="1252728"/>
            <a:ext cx="493360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551" y="1280160"/>
            <a:ext cx="487873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2221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3383280" cy="44222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 「CPSTF 권고 N건 보기」를 펼치면 권고마다 판정·연도와 원문 링크(Community Guide)가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36794" y="125272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226" y="1280160"/>
            <a:ext cx="43353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6794" y="383590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226" y="3863340"/>
            <a:ext cx="433538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098077" y="3835908"/>
            <a:ext cx="3667687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09" y="3863340"/>
            <a:ext cx="3612823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1276" y="1252728"/>
            <a:ext cx="334128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8708" y="1280160"/>
            <a:ext cx="328642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2026-09-25T08:02:15Z</dcterms:created>
  <dcterms:modified xsi:type="dcterms:W3CDTF">2026-09-25T08:02:15Z</dcterms:modified>
</cp:coreProperties>
</file>